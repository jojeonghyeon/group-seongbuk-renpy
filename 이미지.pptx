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36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A195A3-6B6D-4EBC-B9CF-9C69015A5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7ADC6A-173B-478C-A2AC-409878D6A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85905C-555D-41EB-8ED8-F9E6F897B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939082-63CF-4FE9-8A8B-F8D88915E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77B633-89A8-458B-8905-8D1D669D8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48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1EA73D-8F5B-47A9-947E-2D6B2DD6A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BEBE27-8570-4A6E-8BFB-BE94F32EF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A5599F-9C46-44A0-B5C7-0090DABE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255C1A-D6AA-47E5-BC56-40C686713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61580-8A06-4E90-8F83-0CE090A34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034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CA6F18-FDA3-4446-AFED-E65CCF8E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D350C-85E7-4590-9D3E-F199AD40F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46F594-3662-46A6-B288-C0344C883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A11881-A74A-4441-B3ED-6F96D8E14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3A47E6-2D15-425F-B22A-3342C80D5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865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5A6077-E62C-4B5A-8441-E0A011FB8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7A9E70-1746-4E10-B736-10DBE74CFD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3041FA-16D3-4FCD-AEFA-E8CE552A2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E479A4-3E6F-472A-8CC2-916A722E1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B8FFF8-A6AB-4D4B-A872-5C4DE1099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F4A855-C469-4949-AA85-D229F7EC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920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DB5DD1-9BB4-4649-B9B0-CB1062EB0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C24D16-8603-466A-80B4-CFC4FF746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13C2AF0-7E9F-425D-AD5F-C0B415DB3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67C0FE-97FB-4887-9DFF-B006C0DF65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6A8E99-0C7C-4C7A-BBEF-766EAA9B2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9FF903F-1033-4BCE-ACD3-1B77F5A6A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18B513-210A-4D69-B4E7-F754DD69F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C9B9B9-C61F-4CA8-AD5F-286FBF86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896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AEE07-0AA0-4D1A-9CF4-B2E5A6B5F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D8CFEE-FEFA-4B24-BCC9-EFEFD848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7B3818-2EA5-44B5-ACFB-6B2DBEB68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BD79F5-9D86-46CA-BE84-785C6EF40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63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16BBC9-1351-4661-835C-552D6C57D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011C32A-5AE8-419E-BEFD-8A955F1DC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5347F-76A0-4CE8-81D3-40A3D05D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133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F4A6B-FE3D-4F43-BD1B-356B628C2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C9531A-4948-41A0-8A5D-36D5D1B9A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815EB8-CFE6-4481-AEC4-49D2169EA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861491-0EC9-4083-AE8E-B97BE82A6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82656DC-5955-416D-BE8B-1B61117BB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81FCD6-9C65-46A8-8FCB-E1835C19F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3131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1BB87-17C7-4542-B740-DDAC96D7F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35E09BF-784E-431B-95E8-5BC63CF24A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2CD4294-0B2C-4BD6-9EC1-A33BBB0EFA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5F62B-2CBC-4A96-AFD9-8F58DCBFA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E05D2C-0FEC-4A2C-8675-7A78A2583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EC5A40-8576-45F9-9700-F3DAD4A1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805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FC53C-7F0F-4CF3-9DB2-19C2CDC28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521DFF-DBD8-4FC6-BA0B-7CE26DAF49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3EB757-3185-4CD7-A459-A7F5E1470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83AFD3-F379-4997-95E1-8CEFF02D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1A23BF-FAF1-4C96-8B0A-7429E7ED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964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C2E9060-C04F-43D9-90D2-A4472C2958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3A2018-53B5-47B3-A04E-2E97581A4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3004D-885B-4EC6-AD4E-614E23887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643C27-EDA8-49BD-BFF4-70FDBA88D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694DA0-72AE-4F70-8F12-7003CBE4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74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7C0FAEB-DB8C-4761-9021-A84477316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A30704-FA75-415E-BD23-6BE4377A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E56688-7FDA-4444-A6AD-591A75940F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0BBF2E-AD17-4D8A-93B6-0D0449C463A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FDB468-EDA8-4177-8460-0B74B345E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D8FE5-238F-43E4-BCD7-268B0663CE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66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F2030FE-2F14-409D-A92C-9EA730389F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516" b="89844" l="9961" r="89974">
                        <a14:foregroundMark x1="46094" y1="7617" x2="46094" y2="8398"/>
                        <a14:foregroundMark x1="45638" y1="3516" x2="45638" y2="419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09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22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조정현</dc:creator>
  <cp:lastModifiedBy>조정현</cp:lastModifiedBy>
  <cp:revision>2</cp:revision>
  <dcterms:created xsi:type="dcterms:W3CDTF">2025-09-28T03:37:32Z</dcterms:created>
  <dcterms:modified xsi:type="dcterms:W3CDTF">2025-09-28T04:07:59Z</dcterms:modified>
</cp:coreProperties>
</file>