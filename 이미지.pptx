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122" autoAdjust="0"/>
  </p:normalViewPr>
  <p:slideViewPr>
    <p:cSldViewPr snapToGrid="0">
      <p:cViewPr varScale="1">
        <p:scale>
          <a:sx n="73" d="100"/>
          <a:sy n="73" d="100"/>
        </p:scale>
        <p:origin x="27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A195A3-6B6D-4EBC-B9CF-9C69015A5A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B7ADC6A-173B-478C-A2AC-409878D6A8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85905C-555D-41EB-8ED8-F9E6F897B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BBF2E-AD17-4D8A-93B6-0D0449C463A1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939082-63CF-4FE9-8A8B-F8D88915E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77B633-89A8-458B-8905-8D1D669D8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54218-99A8-4D7C-AE77-D6F1D8CDB8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048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1EA73D-8F5B-47A9-947E-2D6B2DD6A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BEBE27-8570-4A6E-8BFB-BE94F32EF0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A5599F-9C46-44A0-B5C7-0090DABE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BBF2E-AD17-4D8A-93B6-0D0449C463A1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255C1A-D6AA-47E5-BC56-40C686713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061580-8A06-4E90-8F83-0CE090A34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54218-99A8-4D7C-AE77-D6F1D8CDB8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5034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CA6F18-FDA3-4446-AFED-E65CCF8EE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5CD350C-85E7-4590-9D3E-F199AD40F2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6F594-3662-46A6-B288-C0344C883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BBF2E-AD17-4D8A-93B6-0D0449C463A1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9A11881-A74A-4441-B3ED-6F96D8E14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3A47E6-2D15-425F-B22A-3342C80D5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54218-99A8-4D7C-AE77-D6F1D8CDB8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0865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5A6077-E62C-4B5A-8441-E0A011FB8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7A9E70-1746-4E10-B736-10DBE74CFD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33041FA-16D3-4FCD-AEFA-E8CE552A27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8E479A4-3E6F-472A-8CC2-916A722E1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BBF2E-AD17-4D8A-93B6-0D0449C463A1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FB8FFF8-A6AB-4D4B-A872-5C4DE1099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FF4A855-C469-4949-AA85-D229F7ECD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54218-99A8-4D7C-AE77-D6F1D8CDB8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6920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DB5DD1-9BB4-4649-B9B0-CB1062EB0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5C24D16-8603-466A-80B4-CFC4FF7468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13C2AF0-7E9F-425D-AD5F-C0B415DB3A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E67C0FE-97FB-4887-9DFF-B006C0DF65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A6A8E99-0C7C-4C7A-BBEF-766EAA9B2C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9FF903F-1033-4BCE-ACD3-1B77F5A6A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BBF2E-AD17-4D8A-93B6-0D0449C463A1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E18B513-210A-4D69-B4E7-F754DD69F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4C9B9B9-C61F-4CA8-AD5F-286FBF862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54218-99A8-4D7C-AE77-D6F1D8CDB8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896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2AEE07-0AA0-4D1A-9CF4-B2E5A6B5F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4D8CFEE-FEFA-4B24-BCC9-EFEFD848C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BBF2E-AD17-4D8A-93B6-0D0449C463A1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77B3818-2EA5-44B5-ACFB-6B2DBEB68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ABD79F5-9D86-46CA-BE84-785C6EF40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54218-99A8-4D7C-AE77-D6F1D8CDB8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5633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816BBC9-1351-4661-835C-552D6C57D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BBF2E-AD17-4D8A-93B6-0D0449C463A1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011C32A-5AE8-419E-BEFD-8A955F1DC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55347F-76A0-4CE8-81D3-40A3D05D9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54218-99A8-4D7C-AE77-D6F1D8CDB8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2133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8F4A6B-FE3D-4F43-BD1B-356B628C2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C9531A-4948-41A0-8A5D-36D5D1B9A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4815EB8-CFE6-4481-AEC4-49D2169EA5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861491-0EC9-4083-AE8E-B97BE82A6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BBF2E-AD17-4D8A-93B6-0D0449C463A1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82656DC-5955-416D-BE8B-1B61117BB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F81FCD6-9C65-46A8-8FCB-E1835C19F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54218-99A8-4D7C-AE77-D6F1D8CDB8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3131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11BB87-17C7-4542-B740-DDAC96D7F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35E09BF-784E-431B-95E8-5BC63CF24A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2CD4294-0B2C-4BD6-9EC1-A33BBB0EFA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35F62B-2CBC-4A96-AFD9-8F58DCBFA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BBF2E-AD17-4D8A-93B6-0D0449C463A1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CE05D2C-0FEC-4A2C-8675-7A78A2583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6EC5A40-8576-45F9-9700-F3DAD4A1C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54218-99A8-4D7C-AE77-D6F1D8CDB8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6805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4FC53C-7F0F-4CF3-9DB2-19C2CDC28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A521DFF-DBD8-4FC6-BA0B-7CE26DAF49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3EB757-3185-4CD7-A459-A7F5E1470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BBF2E-AD17-4D8A-93B6-0D0449C463A1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83AFD3-F379-4997-95E1-8CEFF02D7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F1A23BF-FAF1-4C96-8B0A-7429E7ED3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54218-99A8-4D7C-AE77-D6F1D8CDB8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9964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C2E9060-C04F-43D9-90D2-A4472C2958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F3A2018-53B5-47B3-A04E-2E97581A4B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B3004D-885B-4EC6-AD4E-614E23887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BBF2E-AD17-4D8A-93B6-0D0449C463A1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643C27-EDA8-49BD-BFF4-70FDBA88D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694DA0-72AE-4F70-8F12-7003CBE41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54218-99A8-4D7C-AE77-D6F1D8CDB8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741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7C0FAEB-DB8C-4761-9021-A84477316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2A30704-FA75-415E-BD23-6BE4377A63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E56688-7FDA-4444-A6AD-591A75940F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0BBF2E-AD17-4D8A-93B6-0D0449C463A1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FDB468-EDA8-4177-8460-0B74B345ED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BD8FE5-238F-43E4-BCD7-268B0663CE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454218-99A8-4D7C-AE77-D6F1D8CDB8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665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F2030FE-2F14-409D-A92C-9EA730389F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516" b="89844" l="9961" r="89974">
                        <a14:foregroundMark x1="46094" y1="7617" x2="46094" y2="8398"/>
                        <a14:foregroundMark x1="45638" y1="3516" x2="45638" y2="419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09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822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C3267438-5A47-43FF-ADED-6CC4CFFC3A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3417" y1="37517" x2="43417" y2="43958"/>
                        <a14:foregroundMark x1="52570" y1="31673" x2="53989" y2="34661"/>
                        <a14:foregroundMark x1="48116" y1="27490" x2="50171" y2="27490"/>
                        <a14:foregroundMark x1="53059" y1="28021" x2="53868" y2="28793"/>
                        <a14:foregroundMark x1="50171" y1="27357" x2="52766" y2="28685"/>
                        <a14:foregroundMark x1="55360" y1="29416" x2="57954" y2="33732"/>
                        <a14:foregroundMark x1="58639" y1="33997" x2="61038" y2="41036"/>
                        <a14:foregroundMark x1="58150" y1="32072" x2="60744" y2="37517"/>
                        <a14:foregroundMark x1="61038" y1="38977" x2="62457" y2="48340"/>
                        <a14:foregroundMark x1="62457" y1="39110" x2="62555" y2="56441"/>
                        <a14:foregroundMark x1="62751" y1="48473" x2="60059" y2="65471"/>
                        <a14:foregroundMark x1="62653" y1="57503" x2="58639" y2="68194"/>
                        <a14:foregroundMark x1="59765" y1="66667" x2="52129" y2="74568"/>
                        <a14:foregroundMark x1="52129" y1="74568" x2="51003" y2="74635"/>
                        <a14:foregroundMark x1="42997" y1="71831" x2="52961" y2="72510"/>
                        <a14:foregroundMark x1="37249" y1="58035" x2="41899" y2="67331"/>
                        <a14:foregroundMark x1="41899" y1="67331" x2="45326" y2="68858"/>
                        <a14:foregroundMark x1="43785" y1="72341" x2="49192" y2="73572"/>
                        <a14:foregroundMark x1="42193" y1="71979" x2="42787" y2="72114"/>
                        <a14:foregroundMark x1="38424" y1="56042" x2="40822" y2="67928"/>
                        <a14:foregroundMark x1="36613" y1="50598" x2="40647" y2="70407"/>
                        <a14:foregroundMark x1="37053" y1="42762" x2="38815" y2="61421"/>
                        <a14:foregroundMark x1="36711" y1="47211" x2="39109" y2="65339"/>
                        <a14:foregroundMark x1="36294" y1="46496" x2="36417" y2="54980"/>
                        <a14:foregroundMark x1="36417" y1="54980" x2="37934" y2="61952"/>
                        <a14:foregroundMark x1="39207" y1="34529" x2="47332" y2="28685"/>
                        <a14:foregroundMark x1="47332" y1="28685" x2="47577" y2="28287"/>
                        <a14:foregroundMark x1="41214" y1="31806" x2="46696" y2="27357"/>
                        <a14:foregroundMark x1="51670" y1="26941" x2="54439" y2="27793"/>
                        <a14:foregroundMark x1="61233" y1="37782" x2="58835" y2="31939"/>
                        <a14:backgroundMark x1="41899" y1="73307" x2="46011" y2="76959"/>
                        <a14:backgroundMark x1="47675" y1="75896" x2="50367" y2="76029"/>
                        <a14:backgroundMark x1="40431" y1="70717" x2="41899" y2="71846"/>
                        <a14:backgroundMark x1="35242" y1="40903" x2="35047" y2="46414"/>
                        <a14:backgroundMark x1="49094" y1="25232" x2="52374" y2="25498"/>
                        <a14:backgroundMark x1="55066" y1="26693" x2="56437" y2="27224"/>
                        <a14:backgroundMark x1="35438" y1="41434" x2="35928" y2="3977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4404" y="1047534"/>
            <a:ext cx="5902910" cy="4351338"/>
          </a:xfrm>
        </p:spPr>
      </p:pic>
    </p:spTree>
    <p:extLst>
      <p:ext uri="{BB962C8B-B14F-4D97-AF65-F5344CB8AC3E}">
        <p14:creationId xmlns:p14="http://schemas.microsoft.com/office/powerpoint/2010/main" val="3130788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59306A-B424-40F0-B803-743D19045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7C4460A6-7D06-48F3-89DE-23F4BFA3ED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4347" y1="33865" x2="48164" y2="51129"/>
                        <a14:foregroundMark x1="51395" y1="33533" x2="53255" y2="37517"/>
                        <a14:foregroundMark x1="53255" y1="37517" x2="53304" y2="39907"/>
                        <a14:foregroundMark x1="40920" y1="39509" x2="42829" y2="47543"/>
                        <a14:foregroundMark x1="42829" y1="47543" x2="43025" y2="47676"/>
                        <a14:foregroundMark x1="43319" y1="41368" x2="46060" y2="48938"/>
                        <a14:foregroundMark x1="38815" y1="35790" x2="40627" y2="32470"/>
                        <a14:foregroundMark x1="41801" y1="31341" x2="45326" y2="28752"/>
                        <a14:foregroundMark x1="45179" y1="28021" x2="50367" y2="27092"/>
                        <a14:foregroundMark x1="50808" y1="27291" x2="54528" y2="29216"/>
                        <a14:foregroundMark x1="55066" y1="28951" x2="57269" y2="31673"/>
                        <a14:foregroundMark x1="57709" y1="31873" x2="59471" y2="37649"/>
                        <a14:foregroundMark x1="59471" y1="37649" x2="59863" y2="38313"/>
                        <a14:foregroundMark x1="58395" y1="33400" x2="60548" y2="38446"/>
                        <a14:foregroundMark x1="58150" y1="32271" x2="60989" y2="38380"/>
                        <a14:foregroundMark x1="61185" y1="38845" x2="62800" y2="48805"/>
                        <a14:foregroundMark x1="62800" y1="48805" x2="62849" y2="50000"/>
                        <a14:foregroundMark x1="62261" y1="48738" x2="62555" y2="54449"/>
                        <a14:foregroundMark x1="62555" y1="54449" x2="61723" y2="58566"/>
                        <a14:foregroundMark x1="61968" y1="58367" x2="58003" y2="67928"/>
                        <a14:foregroundMark x1="58003" y1="67928" x2="58003" y2="67928"/>
                        <a14:foregroundMark x1="62261" y1="58367" x2="59373" y2="65471"/>
                        <a14:foregroundMark x1="59373" y1="65471" x2="59178" y2="65803"/>
                        <a14:foregroundMark x1="59325" y1="66069" x2="58248" y2="68659"/>
                        <a14:foregroundMark x1="58248" y1="68659" x2="51787" y2="73838"/>
                        <a14:foregroundMark x1="39941" y1="66401" x2="41312" y2="68526"/>
                        <a14:foregroundMark x1="41312" y1="68526" x2="46941" y2="72709"/>
                        <a14:foregroundMark x1="46941" y1="72709" x2="48899" y2="72776"/>
                        <a14:foregroundMark x1="48260" y1="74084" x2="46696" y2="74037"/>
                        <a14:foregroundMark x1="45260" y1="72888" x2="42046" y2="70319"/>
                        <a14:foregroundMark x1="36515" y1="54914" x2="36760" y2="57636"/>
                        <a14:foregroundMark x1="36760" y1="57636" x2="38913" y2="65538"/>
                        <a14:foregroundMark x1="37197" y1="42653" x2="36123" y2="49801"/>
                        <a14:foregroundMark x1="37739" y1="39044" x2="37662" y2="39560"/>
                        <a14:foregroundMark x1="36123" y1="49801" x2="36221" y2="54781"/>
                        <a14:foregroundMark x1="48899" y1="74104" x2="49192" y2="73971"/>
                        <a14:foregroundMark x1="50318" y1="74104" x2="50318" y2="74104"/>
                        <a14:backgroundMark x1="44542" y1="73904" x2="46060" y2="75100"/>
                        <a14:backgroundMark x1="48434" y1="75920" x2="51738" y2="77092"/>
                        <a14:backgroundMark x1="47430" y1="75564" x2="48221" y2="75845"/>
                        <a14:backgroundMark x1="48801" y1="74976" x2="50563" y2="75100"/>
                        <a14:backgroundMark x1="47724" y1="74900" x2="48566" y2="74959"/>
                        <a14:backgroundMark x1="35585" y1="41169" x2="34753" y2="45219"/>
                        <a14:backgroundMark x1="36221" y1="39973" x2="35977" y2="42430"/>
                        <a14:backgroundMark x1="36711" y1="39110" x2="36515" y2="398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566107" y="-6032524"/>
            <a:ext cx="25942856" cy="19123809"/>
          </a:xfrm>
        </p:spPr>
      </p:pic>
    </p:spTree>
    <p:extLst>
      <p:ext uri="{BB962C8B-B14F-4D97-AF65-F5344CB8AC3E}">
        <p14:creationId xmlns:p14="http://schemas.microsoft.com/office/powerpoint/2010/main" val="3798364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EBD654-0364-4273-AECC-775136984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B95D2514-C0D1-4C79-81EF-2497C49818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225" b="89951" l="9959" r="89973">
                        <a14:foregroundMark x1="47459" y1="9804" x2="52473" y2="8701"/>
                        <a14:foregroundMark x1="52473" y1="8701" x2="56662" y2="9191"/>
                        <a14:foregroundMark x1="49931" y1="3064" x2="52679" y2="122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5362" y="0"/>
            <a:ext cx="13868400" cy="7772400"/>
          </a:xfrm>
        </p:spPr>
      </p:pic>
    </p:spTree>
    <p:extLst>
      <p:ext uri="{BB962C8B-B14F-4D97-AF65-F5344CB8AC3E}">
        <p14:creationId xmlns:p14="http://schemas.microsoft.com/office/powerpoint/2010/main" val="3572101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0</Words>
  <Application>Microsoft Office PowerPoint</Application>
  <PresentationFormat>와이드스크린</PresentationFormat>
  <Paragraphs>0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조정현</dc:creator>
  <cp:lastModifiedBy>조정현</cp:lastModifiedBy>
  <cp:revision>6</cp:revision>
  <dcterms:created xsi:type="dcterms:W3CDTF">2025-09-28T03:37:32Z</dcterms:created>
  <dcterms:modified xsi:type="dcterms:W3CDTF">2025-09-30T13:42:42Z</dcterms:modified>
</cp:coreProperties>
</file>